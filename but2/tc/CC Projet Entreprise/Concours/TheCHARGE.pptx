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Economica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regular.fntdata"/><Relationship Id="rId10" Type="http://schemas.openxmlformats.org/officeDocument/2006/relationships/slide" Target="slides/slide5.xml"/><Relationship Id="rId13" Type="http://schemas.openxmlformats.org/officeDocument/2006/relationships/font" Target="fonts/Economica-italic.fntdata"/><Relationship Id="rId12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Economica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3c9676d28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3c9676d28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3c9676d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3c9676d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3c9676d28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3c9676d28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c3cd9499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c3cd949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b="41310" l="0" r="0" t="42483"/>
          <a:stretch/>
        </p:blipFill>
        <p:spPr>
          <a:xfrm>
            <a:off x="2214325" y="706400"/>
            <a:ext cx="4715350" cy="76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Répartitions</a:t>
            </a:r>
            <a:r>
              <a:rPr lang="fr"/>
              <a:t> des </a:t>
            </a:r>
            <a:r>
              <a:rPr lang="fr"/>
              <a:t>tâches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100" y="236512"/>
            <a:ext cx="6306200" cy="450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200" y="3483425"/>
            <a:ext cx="1538975" cy="15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0" r="50300" t="0"/>
          <a:stretch/>
        </p:blipFill>
        <p:spPr>
          <a:xfrm>
            <a:off x="1386750" y="782813"/>
            <a:ext cx="2024648" cy="412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50009" r="0" t="0"/>
          <a:stretch/>
        </p:blipFill>
        <p:spPr>
          <a:xfrm>
            <a:off x="4282575" y="782825"/>
            <a:ext cx="2036524" cy="4122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7"/>
          <p:cNvCxnSpPr/>
          <p:nvPr/>
        </p:nvCxnSpPr>
        <p:spPr>
          <a:xfrm rot="10800000">
            <a:off x="4572000" y="1152475"/>
            <a:ext cx="0" cy="341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/>
          <p:nvPr/>
        </p:nvCxnSpPr>
        <p:spPr>
          <a:xfrm rot="10800000">
            <a:off x="4572000" y="1152475"/>
            <a:ext cx="0" cy="3416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343137"/>
            <a:ext cx="1764724" cy="4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6280200" y="2571750"/>
            <a:ext cx="2832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Distance de charge élevé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452850" y="743875"/>
            <a:ext cx="2238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Utilisation facile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10241" l="0" r="3222" t="0"/>
          <a:stretch/>
        </p:blipFill>
        <p:spPr>
          <a:xfrm>
            <a:off x="5505462" y="1152475"/>
            <a:ext cx="2322900" cy="36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6700" y="1644525"/>
            <a:ext cx="1216150" cy="12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3072000" y="45688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Utilisation complexe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0" y="26298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Distance de charge courte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046462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